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uverture">
    <p:bg>
      <p:bgPr>
        <a:solidFill>
          <a:srgbClr val="2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ctrTitle"/>
          </p:nvPr>
        </p:nvSpPr>
        <p:spPr>
          <a:xfrm>
            <a:off x="864000" y="2400000"/>
            <a:ext cx="9000000" cy="1900000"/>
          </a:xfrm>
        </p:spPr>
        <p:txBody>
          <a:bodyPr wrap="square" anchor="b" lIns="0" rIns="0" tIns="0" bIns="0"/>
          <a:lstStyle>
            <a:lvl1pPr marL="0" indent="0" algn="l">
              <a:lnSpc>
                <a:spcPct val="106000"/>
              </a:lnSpc>
              <a:spcBef>
                <a:spcPts val="0"/>
              </a:spcBef>
              <a:buNone/>
              <a:defRPr sz="3600" b="1" i="0" spc="-72" cap="none">
                <a:solidFill>
                  <a:srgbClr val="FFFFFF"/>
                </a:solidFill>
                <a:latin typeface="Space Grotesk"/>
                <a:cs typeface="Space Grotesk"/>
              </a:defRPr>
            </a:lvl1pPr>
          </a:lstStyle>
          <a:p>
            <a:r>
              <a:t>Titre de couverture : la conclusion, douze mots au plus</a:t>
            </a:r>
          </a:p>
        </p:txBody>
      </p:sp>
      <p:sp>
        <p:nvSpPr>
          <p:cNvPr id="3" name="Sous-titre"/>
          <p:cNvSpPr>
            <a:spLocks noGrp="1"/>
          </p:cNvSpPr>
          <p:nvPr>
            <p:ph type="subTitle" idx="1"/>
          </p:nvPr>
        </p:nvSpPr>
        <p:spPr>
          <a:xfrm>
            <a:off x="864000" y="4620000"/>
            <a:ext cx="8000000" cy="900000"/>
          </a:xfrm>
        </p:spPr>
        <p:txBody>
          <a:bodyPr wrap="square" anchor="t" lIns="0" rIns="0" t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 b="0" i="0" spc="0" cap="none">
                <a:solidFill>
                  <a:srgbClr val="B9B5C2"/>
                </a:solidFill>
                <a:latin typeface="Inter"/>
                <a:cs typeface="Inter"/>
              </a:defRPr>
            </a:lvl1pPr>
          </a:lstStyle>
          <a:p>
            <a:r>
              <a:t>Sous-titre : le cadrage, destinataire et décision à prendre</a:t>
            </a:r>
          </a:p>
        </p:txBody>
      </p:sp>
      <p:sp>
        <p:nvSpPr>
          <p:cNvPr id="6" name="Numéro de page"/>
          <p:cNvSpPr>
            <a:spLocks noGrp="1"/>
          </p:cNvSpPr>
          <p:nvPr>
            <p:ph type="sldNum" sz="quarter" idx="12"/>
          </p:nvPr>
        </p:nvSpPr>
        <p:spPr>
          <a:xfrm>
            <a:off x="6096000" y="5990000"/>
            <a:ext cx="5232000" cy="220000"/>
          </a:xfrm>
        </p:spPr>
        <p:txBody>
          <a:bodyPr wrap="square" anchor="ctr" lIns="0" rIns="0" t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1" i="0" spc="0" cap="none">
                <a:solidFill>
                  <a:srgbClr val="B9B5C2"/>
                </a:solidFill>
                <a:latin typeface="JetBrains Mono"/>
                <a:cs typeface="JetBrains Mono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ilet du titre"/>
          <p:cNvSpPr/>
          <p:nvPr/>
        </p:nvSpPr>
        <p:spPr>
          <a:xfrm>
            <a:off x="864000" y="4400000"/>
            <a:ext cx="2304000" cy="38100"/>
          </a:xfrm>
          <a:prstGeom prst="rect">
            <a:avLst/>
          </a:prstGeom>
          <a:solidFill>
            <a:srgbClr val="E2FFA6"/>
          </a:solidFill>
          <a:ln>
            <a:noFill/>
          </a:ln>
          <a:effectLst/>
        </p:spPr>
        <p:txBody>
          <a:bodyPr lIns="0" tIns="0" rIns="0" bIns="0"/>
          <a:lstStyle/>
          <a:p/>
        </p:txBody>
      </p:sp>
      <p:sp>
        <p:nvSpPr>
          <p:cNvPr id="8" name="Mention WAOUP"/>
          <p:cNvSpPr txBox="1"/>
          <p:nvPr/>
        </p:nvSpPr>
        <p:spPr>
          <a:xfrm>
            <a:off x="864000" y="5990000"/>
            <a:ext cx="5232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ctr" wrap="square"/>
          <a:lstStyle/>
          <a:p>
            <a:pPr algn="l"/>
            <a:r>
              <a:rPr lang="fr-FR" sz="1000" b="1" spc="120">
                <a:solidFill>
                  <a:srgbClr val="B9B5C2"/>
                </a:solidFill>
                <a:latin typeface="JetBrains Mono"/>
                <a:cs typeface="JetBrains Mono"/>
              </a:rPr>
              <a:t>WAOUP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Une colon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864000" y="648000"/>
            <a:ext cx="10464000" cy="1050000"/>
          </a:xfrm>
        </p:spPr>
        <p:txBody>
          <a:bodyPr wrap="square" anchor="b" lIns="0" rIns="0" tIns="0" bIns="0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3200" b="1" i="0" spc="-64" cap="none">
                <a:solidFill>
                  <a:srgbClr val="26232E"/>
                </a:solidFill>
                <a:latin typeface="Space Grotesk"/>
                <a:cs typeface="Space Grotesk"/>
              </a:defRPr>
            </a:lvl1pPr>
          </a:lstStyle>
          <a:p>
            <a:r>
              <a:t>Titre : la conclusion, douze mots au plus</a:t>
            </a:r>
          </a:p>
        </p:txBody>
      </p:sp>
      <p:sp>
        <p:nvSpPr>
          <p:cNvPr id="3" name="Corps"/>
          <p:cNvSpPr>
            <a:spLocks noGrp="1"/>
          </p:cNvSpPr>
          <p:nvPr>
            <p:ph idx="1"/>
          </p:nvPr>
        </p:nvSpPr>
        <p:spPr>
          <a:xfrm>
            <a:off x="864000" y="2041100"/>
            <a:ext cx="10464000" cy="3800000"/>
          </a:xfrm>
        </p:spPr>
        <p:txBody>
          <a:bodyPr wrap="square" anchor="t" lIns="0" rIns="0" tIns="0" bIns="0"/>
          <a:lstStyle>
            <a:lvl1pPr marL="228600" indent="-228600" algn="l">
              <a:lnSpc>
                <a:spcPct val="150000"/>
              </a:lnSpc>
              <a:spcBef>
                <a:spcPts val="1000"/>
              </a:spcBef>
              <a:buClr>
                <a:srgbClr val="B4DE68"/>
              </a:buClr>
              <a:buSzPct val="80000"/>
              <a:buFont typeface="Arial"/>
              <a:buChar char="▪"/>
              <a:defRPr sz="1800" b="0" i="0" spc="0" cap="none">
                <a:solidFill>
                  <a:srgbClr val="26232E"/>
                </a:solidFill>
                <a:latin typeface="Inter"/>
                <a:cs typeface="Inter"/>
              </a:defRPr>
            </a:lvl1pPr>
            <a:lvl2pPr marL="457200" indent="-228600" algn="l">
              <a:lnSpc>
                <a:spcPct val="150000"/>
              </a:lnSpc>
              <a:spcBef>
                <a:spcPts val="600"/>
              </a:spcBef>
              <a:buClr>
                <a:srgbClr val="B4DE68"/>
              </a:buClr>
              <a:buSzPct val="80000"/>
              <a:buFont typeface="Arial"/>
              <a:buChar char="▪"/>
              <a:defRPr sz="1600" b="0" i="0" spc="0" cap="none">
                <a:solidFill>
                  <a:srgbClr val="26232E"/>
                </a:solidFill>
                <a:latin typeface="Inter"/>
                <a:cs typeface="Inter"/>
              </a:defRPr>
            </a:lvl2pPr>
          </a:lstStyle>
          <a:p>
            <a:r>
              <a:t>Corps, Inter 18 pt. Quatre puces au plus, deux lignes par puce.</a:t>
            </a:r>
          </a:p>
        </p:txBody>
      </p:sp>
      <p:sp>
        <p:nvSpPr>
          <p:cNvPr id="6" name="Numéro de page"/>
          <p:cNvSpPr>
            <a:spLocks noGrp="1"/>
          </p:cNvSpPr>
          <p:nvPr>
            <p:ph type="sldNum" sz="quarter" idx="12"/>
          </p:nvPr>
        </p:nvSpPr>
        <p:spPr>
          <a:xfrm>
            <a:off x="6096000" y="5990000"/>
            <a:ext cx="5232000" cy="220000"/>
          </a:xfrm>
        </p:spPr>
        <p:txBody>
          <a:bodyPr wrap="square" anchor="ctr" lIns="0" rIns="0" t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1" i="0" spc="0" cap="none">
                <a:solidFill>
                  <a:srgbClr val="6F6A7D"/>
                </a:solidFill>
                <a:latin typeface="JetBrains Mono"/>
                <a:cs typeface="JetBrains Mono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ilet du titre"/>
          <p:cNvSpPr/>
          <p:nvPr/>
        </p:nvSpPr>
        <p:spPr>
          <a:xfrm>
            <a:off x="864000" y="1753000"/>
            <a:ext cx="2304000" cy="38100"/>
          </a:xfrm>
          <a:prstGeom prst="rect">
            <a:avLst/>
          </a:prstGeom>
          <a:solidFill>
            <a:srgbClr val="B4DE68"/>
          </a:solidFill>
          <a:ln>
            <a:noFill/>
          </a:ln>
          <a:effectLst/>
        </p:spPr>
        <p:txBody>
          <a:bodyPr lIns="0" tIns="0" rIns="0" bIns="0"/>
          <a:lstStyle/>
          <a:p/>
        </p:txBody>
      </p:sp>
      <p:sp>
        <p:nvSpPr>
          <p:cNvPr id="8" name="Mention WAOUP"/>
          <p:cNvSpPr txBox="1"/>
          <p:nvPr/>
        </p:nvSpPr>
        <p:spPr>
          <a:xfrm>
            <a:off x="864000" y="5990000"/>
            <a:ext cx="5232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ctr" wrap="square"/>
          <a:lstStyle/>
          <a:p>
            <a:pPr algn="l"/>
            <a:r>
              <a:rPr lang="fr-FR" sz="1000" b="1" spc="120">
                <a:solidFill>
                  <a:srgbClr val="6F6A7D"/>
                </a:solidFill>
                <a:latin typeface="JetBrains Mono"/>
                <a:cs typeface="JetBrains Mono"/>
              </a:rPr>
              <a:t>WAOUP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bg>
      <p:bgPr>
        <a:solidFill>
          <a:srgbClr val="2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864000" y="2100000"/>
            <a:ext cx="9600000" cy="1400000"/>
          </a:xfrm>
        </p:spPr>
        <p:txBody>
          <a:bodyPr anchor="b" wrap="square" lIns="0" rIns="0" tIns="0" bIns="0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3600" b="1" i="0" spc="-72" cap="none">
                <a:solidFill>
                  <a:srgbClr val="FFFFFF"/>
                </a:solidFill>
                <a:latin typeface="Space Grotesk"/>
                <a:cs typeface="Space Grotesk"/>
              </a:defRPr>
            </a:lvl1pPr>
          </a:lstStyle>
          <a:p>
            <a:r>
              <a:t>Titre de section</a:t>
            </a:r>
          </a:p>
        </p:txBody>
      </p:sp>
      <p:sp>
        <p:nvSpPr>
          <p:cNvPr id="3" name="Objectif"/>
          <p:cNvSpPr>
            <a:spLocks noGrp="1"/>
          </p:cNvSpPr>
          <p:nvPr>
            <p:ph type="body" idx="1"/>
          </p:nvPr>
        </p:nvSpPr>
        <p:spPr>
          <a:xfrm>
            <a:off x="864000" y="3760000"/>
            <a:ext cx="8600000" cy="1200000"/>
          </a:xfrm>
        </p:spPr>
        <p:txBody>
          <a:bodyPr anchor="t" wrap="square" lIns="0" rIns="0" t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 b="0" i="0" spc="0" cap="none">
                <a:solidFill>
                  <a:srgbClr val="B9B5C2"/>
                </a:solidFill>
                <a:latin typeface="Inter"/>
                <a:cs typeface="Inter"/>
              </a:defRPr>
            </a:lvl1pPr>
          </a:lstStyle>
          <a:p>
            <a:r>
              <a:t>Objectif de la section : à la fin, vous saurez…</a:t>
            </a:r>
          </a:p>
        </p:txBody>
      </p:sp>
      <p:sp>
        <p:nvSpPr>
          <p:cNvPr id="6" name="Numéro de page"/>
          <p:cNvSpPr>
            <a:spLocks noGrp="1"/>
          </p:cNvSpPr>
          <p:nvPr>
            <p:ph type="sldNum" sz="quarter" idx="12"/>
          </p:nvPr>
        </p:nvSpPr>
        <p:spPr>
          <a:xfrm>
            <a:off x="6096000" y="5990000"/>
            <a:ext cx="5232000" cy="220000"/>
          </a:xfrm>
        </p:spPr>
        <p:txBody>
          <a:bodyPr wrap="square" anchor="ctr" lIns="0" rIns="0" t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1" i="0" spc="0" cap="none">
                <a:solidFill>
                  <a:srgbClr val="B9B5C2"/>
                </a:solidFill>
                <a:latin typeface="JetBrains Mono"/>
                <a:cs typeface="JetBrains Mono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ilet du titre"/>
          <p:cNvSpPr/>
          <p:nvPr/>
        </p:nvSpPr>
        <p:spPr>
          <a:xfrm>
            <a:off x="864000" y="3560000"/>
            <a:ext cx="2304000" cy="38100"/>
          </a:xfrm>
          <a:prstGeom prst="rect">
            <a:avLst/>
          </a:prstGeom>
          <a:solidFill>
            <a:srgbClr val="E2FFA6"/>
          </a:solidFill>
          <a:ln>
            <a:noFill/>
          </a:ln>
          <a:effectLst/>
        </p:spPr>
        <p:txBody>
          <a:bodyPr lIns="0" tIns="0" rIns="0" bIns="0"/>
          <a:lstStyle/>
          <a:p/>
        </p:txBody>
      </p:sp>
      <p:sp>
        <p:nvSpPr>
          <p:cNvPr id="8" name="Mention WAOUP"/>
          <p:cNvSpPr txBox="1"/>
          <p:nvPr/>
        </p:nvSpPr>
        <p:spPr>
          <a:xfrm>
            <a:off x="864000" y="5990000"/>
            <a:ext cx="5232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ctr" wrap="square"/>
          <a:lstStyle/>
          <a:p>
            <a:pPr algn="l"/>
            <a:r>
              <a:rPr lang="fr-FR" sz="1000" b="1" spc="120">
                <a:solidFill>
                  <a:srgbClr val="B9B5C2"/>
                </a:solidFill>
                <a:latin typeface="JetBrains Mono"/>
                <a:cs typeface="JetBrains Mono"/>
              </a:rPr>
              <a:t>WAOUP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lon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864000" y="648000"/>
            <a:ext cx="10464000" cy="1050000"/>
          </a:xfrm>
        </p:spPr>
        <p:txBody>
          <a:bodyPr wrap="square" anchor="b" lIns="0" rIns="0" tIns="0" bIns="0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3200" b="1" i="0" spc="-64" cap="none">
                <a:solidFill>
                  <a:srgbClr val="26232E"/>
                </a:solidFill>
                <a:latin typeface="Space Grotesk"/>
                <a:cs typeface="Space Grotesk"/>
              </a:defRPr>
            </a:lvl1pPr>
          </a:lstStyle>
          <a:p>
            <a:r>
              <a:t>Titre : la conclusion, douze mots au plus</a:t>
            </a:r>
          </a:p>
        </p:txBody>
      </p:sp>
      <p:sp>
        <p:nvSpPr>
          <p:cNvPr id="3" name="Colonne de gauche"/>
          <p:cNvSpPr>
            <a:spLocks noGrp="1"/>
          </p:cNvSpPr>
          <p:nvPr>
            <p:ph sz="half" idx="1"/>
          </p:nvPr>
        </p:nvSpPr>
        <p:spPr>
          <a:xfrm>
            <a:off x="864000" y="2041100"/>
            <a:ext cx="5003400" cy="3800000"/>
          </a:xfrm>
        </p:spPr>
        <p:txBody>
          <a:bodyPr wrap="square" anchor="t" lIns="0" rIns="0" tIns="0" bIns="0"/>
          <a:lstStyle>
            <a:lvl1pPr marL="228600" indent="-228600" algn="l">
              <a:lnSpc>
                <a:spcPct val="150000"/>
              </a:lnSpc>
              <a:spcBef>
                <a:spcPts val="1000"/>
              </a:spcBef>
              <a:buClr>
                <a:srgbClr val="B4DE68"/>
              </a:buClr>
              <a:buSzPct val="80000"/>
              <a:buFont typeface="Arial"/>
              <a:buChar char="▪"/>
              <a:defRPr sz="1800" b="0" i="0" spc="0" cap="none">
                <a:solidFill>
                  <a:srgbClr val="26232E"/>
                </a:solidFill>
                <a:latin typeface="Inter"/>
                <a:cs typeface="Inter"/>
              </a:defRPr>
            </a:lvl1pPr>
            <a:lvl2pPr marL="457200" indent="-228600" algn="l">
              <a:lnSpc>
                <a:spcPct val="150000"/>
              </a:lnSpc>
              <a:spcBef>
                <a:spcPts val="600"/>
              </a:spcBef>
              <a:buClr>
                <a:srgbClr val="B4DE68"/>
              </a:buClr>
              <a:buSzPct val="80000"/>
              <a:buFont typeface="Arial"/>
              <a:buChar char="▪"/>
              <a:defRPr sz="1600" b="0" i="0" spc="0" cap="none">
                <a:solidFill>
                  <a:srgbClr val="26232E"/>
                </a:solidFill>
                <a:latin typeface="Inter"/>
                <a:cs typeface="Inter"/>
              </a:defRPr>
            </a:lvl2pPr>
          </a:lstStyle>
          <a:p>
            <a:r>
              <a:t>Colonne de gauche</a:t>
            </a:r>
          </a:p>
        </p:txBody>
      </p:sp>
      <p:sp>
        <p:nvSpPr>
          <p:cNvPr id="4" name="Colonne de droite"/>
          <p:cNvSpPr>
            <a:spLocks noGrp="1"/>
          </p:cNvSpPr>
          <p:nvPr>
            <p:ph sz="half" idx="2"/>
          </p:nvPr>
        </p:nvSpPr>
        <p:spPr>
          <a:xfrm>
            <a:off x="6324600" y="2041100"/>
            <a:ext cx="5003400" cy="3800000"/>
          </a:xfrm>
        </p:spPr>
        <p:txBody>
          <a:bodyPr wrap="square" anchor="t" lIns="0" rIns="0" tIns="0" bIns="0"/>
          <a:lstStyle>
            <a:lvl1pPr marL="228600" indent="-228600" algn="l">
              <a:lnSpc>
                <a:spcPct val="150000"/>
              </a:lnSpc>
              <a:spcBef>
                <a:spcPts val="1000"/>
              </a:spcBef>
              <a:buClr>
                <a:srgbClr val="B4DE68"/>
              </a:buClr>
              <a:buSzPct val="80000"/>
              <a:buFont typeface="Arial"/>
              <a:buChar char="▪"/>
              <a:defRPr sz="1800" b="0" i="0" spc="0" cap="none">
                <a:solidFill>
                  <a:srgbClr val="26232E"/>
                </a:solidFill>
                <a:latin typeface="Inter"/>
                <a:cs typeface="Inter"/>
              </a:defRPr>
            </a:lvl1pPr>
            <a:lvl2pPr marL="457200" indent="-228600" algn="l">
              <a:lnSpc>
                <a:spcPct val="150000"/>
              </a:lnSpc>
              <a:spcBef>
                <a:spcPts val="600"/>
              </a:spcBef>
              <a:buClr>
                <a:srgbClr val="B4DE68"/>
              </a:buClr>
              <a:buSzPct val="80000"/>
              <a:buFont typeface="Arial"/>
              <a:buChar char="▪"/>
              <a:defRPr sz="1600" b="0" i="0" spc="0" cap="none">
                <a:solidFill>
                  <a:srgbClr val="26232E"/>
                </a:solidFill>
                <a:latin typeface="Inter"/>
                <a:cs typeface="Inter"/>
              </a:defRPr>
            </a:lvl2pPr>
          </a:lstStyle>
          <a:p>
            <a:r>
              <a:t>Colonne de droite</a:t>
            </a:r>
          </a:p>
        </p:txBody>
      </p:sp>
      <p:sp>
        <p:nvSpPr>
          <p:cNvPr id="7" name="Numéro de page"/>
          <p:cNvSpPr>
            <a:spLocks noGrp="1"/>
          </p:cNvSpPr>
          <p:nvPr>
            <p:ph type="sldNum" sz="quarter" idx="12"/>
          </p:nvPr>
        </p:nvSpPr>
        <p:spPr>
          <a:xfrm>
            <a:off x="6096000" y="5990000"/>
            <a:ext cx="5232000" cy="220000"/>
          </a:xfrm>
        </p:spPr>
        <p:txBody>
          <a:bodyPr wrap="square" anchor="ctr" lIns="0" rIns="0" t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1" i="0" spc="0" cap="none">
                <a:solidFill>
                  <a:srgbClr val="6F6A7D"/>
                </a:solidFill>
                <a:latin typeface="JetBrains Mono"/>
                <a:cs typeface="JetBrains Mono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ilet du titre"/>
          <p:cNvSpPr/>
          <p:nvPr/>
        </p:nvSpPr>
        <p:spPr>
          <a:xfrm>
            <a:off x="864000" y="1753000"/>
            <a:ext cx="2304000" cy="38100"/>
          </a:xfrm>
          <a:prstGeom prst="rect">
            <a:avLst/>
          </a:prstGeom>
          <a:solidFill>
            <a:srgbClr val="B4DE68"/>
          </a:solidFill>
          <a:ln>
            <a:noFill/>
          </a:ln>
          <a:effectLst/>
        </p:spPr>
        <p:txBody>
          <a:bodyPr lIns="0" tIns="0" rIns="0" bIns="0"/>
          <a:lstStyle/>
          <a:p/>
        </p:txBody>
      </p:sp>
      <p:sp>
        <p:nvSpPr>
          <p:cNvPr id="9" name="Mention WAOUP"/>
          <p:cNvSpPr txBox="1"/>
          <p:nvPr/>
        </p:nvSpPr>
        <p:spPr>
          <a:xfrm>
            <a:off x="864000" y="5990000"/>
            <a:ext cx="5232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ctr" wrap="square"/>
          <a:lstStyle/>
          <a:p>
            <a:pPr algn="l"/>
            <a:r>
              <a:rPr lang="fr-FR" sz="1000" b="1" spc="120">
                <a:solidFill>
                  <a:srgbClr val="6F6A7D"/>
                </a:solidFill>
                <a:latin typeface="JetBrains Mono"/>
                <a:cs typeface="JetBrains Mono"/>
              </a:rPr>
              <a:t>WAOUP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bati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864000" y="648000"/>
            <a:ext cx="10464000" cy="1050000"/>
          </a:xfrm>
        </p:spPr>
        <p:txBody>
          <a:bodyPr wrap="square" anchor="b" lIns="0" rIns="0" tIns="0" bIns="0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3200" b="1" i="0" spc="-64" cap="none">
                <a:solidFill>
                  <a:srgbClr val="26232E"/>
                </a:solidFill>
                <a:latin typeface="Space Grotesk"/>
                <a:cs typeface="Space Grotesk"/>
              </a:defRPr>
            </a:lvl1pPr>
          </a:lstStyle>
          <a:p>
            <a:r>
              <a:t>Titre : la conclusion, douze mots au plus</a:t>
            </a:r>
          </a:p>
        </p:txBody>
      </p:sp>
      <p:sp>
        <p:nvSpPr>
          <p:cNvPr id="9" name="Numéro de page"/>
          <p:cNvSpPr>
            <a:spLocks noGrp="1"/>
          </p:cNvSpPr>
          <p:nvPr>
            <p:ph type="sldNum" sz="quarter" idx="12"/>
          </p:nvPr>
        </p:nvSpPr>
        <p:spPr>
          <a:xfrm>
            <a:off x="6096000" y="5990000"/>
            <a:ext cx="5232000" cy="220000"/>
          </a:xfrm>
        </p:spPr>
        <p:txBody>
          <a:bodyPr wrap="square" anchor="ctr" lIns="0" rIns="0" t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1" i="0" spc="0" cap="none">
                <a:solidFill>
                  <a:srgbClr val="6F6A7D"/>
                </a:solidFill>
                <a:latin typeface="JetBrains Mono"/>
                <a:cs typeface="JetBrains Mono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ilet du titre"/>
          <p:cNvSpPr/>
          <p:nvPr/>
        </p:nvSpPr>
        <p:spPr>
          <a:xfrm>
            <a:off x="864000" y="1753000"/>
            <a:ext cx="2304000" cy="38100"/>
          </a:xfrm>
          <a:prstGeom prst="rect">
            <a:avLst/>
          </a:prstGeom>
          <a:solidFill>
            <a:srgbClr val="B4DE68"/>
          </a:solidFill>
          <a:ln>
            <a:noFill/>
          </a:ln>
          <a:effectLst/>
        </p:spPr>
        <p:txBody>
          <a:bodyPr lIns="0" tIns="0" rIns="0" bIns="0"/>
          <a:lstStyle/>
          <a:p/>
        </p:txBody>
      </p:sp>
      <p:sp>
        <p:nvSpPr>
          <p:cNvPr id="11" name="Cadre du verbatim"/>
          <p:cNvSpPr/>
          <p:nvPr/>
        </p:nvSpPr>
        <p:spPr>
          <a:xfrm>
            <a:off x="864000" y="2041100"/>
            <a:ext cx="10464000" cy="3800000"/>
          </a:xfrm>
          <a:prstGeom prst="rect">
            <a:avLst/>
          </a:prstGeom>
          <a:solidFill>
            <a:srgbClr val="F7F6F9"/>
          </a:solidFill>
          <a:ln w="12700" cap="flat" cmpd="sng" algn="ctr">
            <a:solidFill>
              <a:srgbClr val="DCD9E1"/>
            </a:solidFill>
            <a:prstDash val="solid"/>
          </a:ln>
          <a:effectLst/>
        </p:spPr>
        <p:txBody>
          <a:bodyPr lIns="0" tIns="0" rIns="0" bIns="0"/>
          <a:lstStyle/>
          <a:p/>
        </p:txBody>
      </p:sp>
      <p:sp>
        <p:nvSpPr>
          <p:cNvPr id="12" name="Source du verbatim"/>
          <p:cNvSpPr>
            <a:spLocks noGrp="1"/>
          </p:cNvSpPr>
          <p:nvPr>
            <p:ph type="body" idx="1"/>
          </p:nvPr>
        </p:nvSpPr>
        <p:spPr>
          <a:xfrm>
            <a:off x="1114000" y="2291100"/>
            <a:ext cx="9964000" cy="30000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100" b="1" i="0" spc="120" cap="all">
                <a:solidFill>
                  <a:srgbClr val="4A4653"/>
                </a:solidFill>
                <a:latin typeface="JetBrains Mono"/>
                <a:cs typeface="JetBrains Mono"/>
              </a:defRPr>
            </a:lvl1pPr>
          </a:lstStyle>
          <a:p>
            <a:r>
              <a:t>Source de la citation</a:t>
            </a:r>
          </a:p>
        </p:txBody>
      </p:sp>
      <p:sp>
        <p:nvSpPr>
          <p:cNvPr id="13" name="Filet de l'étiquette"/>
          <p:cNvSpPr/>
          <p:nvPr/>
        </p:nvSpPr>
        <p:spPr>
          <a:xfrm>
            <a:off x="1114000" y="2591100"/>
            <a:ext cx="1440000" cy="38100"/>
          </a:xfrm>
          <a:prstGeom prst="rect">
            <a:avLst/>
          </a:prstGeom>
          <a:solidFill>
            <a:srgbClr val="B4DE68"/>
          </a:solidFill>
          <a:ln>
            <a:noFill/>
          </a:ln>
          <a:effectLst/>
        </p:spPr>
        <p:txBody>
          <a:bodyPr lIns="0" tIns="0" rIns="0" bIns="0"/>
          <a:lstStyle/>
          <a:p/>
        </p:txBody>
      </p:sp>
      <p:sp>
        <p:nvSpPr>
          <p:cNvPr id="14" name="Citation"/>
          <p:cNvSpPr>
            <a:spLocks noGrp="1"/>
          </p:cNvSpPr>
          <p:nvPr>
            <p:ph type="body" idx="2"/>
          </p:nvPr>
        </p:nvSpPr>
        <p:spPr>
          <a:xfrm>
            <a:off x="1114000" y="2729200"/>
            <a:ext cx="9964000" cy="2861900"/>
          </a:xfrm>
          <a:prstGeom prst="rect">
            <a:avLst/>
          </a:prstGeom>
        </p:spPr>
        <p:txBody>
          <a:bodyPr wrap="square" anchor="t" lIns="0" rIns="0" tIns="0" bIns="0"/>
          <a:lstStyle>
            <a:lvl1pPr marL="0" indent="0" algn="l">
              <a:lnSpc>
                <a:spcPct val="146000"/>
              </a:lnSpc>
              <a:spcBef>
                <a:spcPts val="0"/>
              </a:spcBef>
              <a:buNone/>
              <a:defRPr sz="2400" b="0" i="1" spc="0" cap="none">
                <a:solidFill>
                  <a:srgbClr val="26232E"/>
                </a:solidFill>
                <a:latin typeface="Space Grotesk"/>
                <a:cs typeface="Space Grotesk"/>
              </a:defRPr>
            </a:lvl1pPr>
          </a:lstStyle>
          <a:p>
            <a:r>
              <a:t>Citation, mot pour mot, sans guillemets d'encadrement</a:t>
            </a:r>
          </a:p>
        </p:txBody>
      </p:sp>
      <p:sp>
        <p:nvSpPr>
          <p:cNvPr id="15" name="Mention WAOUP"/>
          <p:cNvSpPr txBox="1"/>
          <p:nvPr/>
        </p:nvSpPr>
        <p:spPr>
          <a:xfrm>
            <a:off x="864000" y="5990000"/>
            <a:ext cx="5232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ctr" wrap="square"/>
          <a:lstStyle/>
          <a:p>
            <a:pPr algn="l"/>
            <a:r>
              <a:rPr lang="fr-FR" sz="1000" b="1" spc="120">
                <a:solidFill>
                  <a:srgbClr val="6F6A7D"/>
                </a:solidFill>
                <a:latin typeface="JetBrains Mono"/>
                <a:cs typeface="JetBrains Mono"/>
              </a:rPr>
              <a:t>WAOUP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ablea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864000" y="648000"/>
            <a:ext cx="10464000" cy="1050000"/>
          </a:xfrm>
        </p:spPr>
        <p:txBody>
          <a:bodyPr wrap="square" anchor="b" lIns="0" rIns="0" tIns="0" bIns="0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3200" b="1" i="0" spc="-64" cap="none">
                <a:solidFill>
                  <a:srgbClr val="26232E"/>
                </a:solidFill>
                <a:latin typeface="Space Grotesk"/>
                <a:cs typeface="Space Grotesk"/>
              </a:defRPr>
            </a:lvl1pPr>
          </a:lstStyle>
          <a:p>
            <a:r>
              <a:t>Titre : la conclusion, douze mots au plus</a:t>
            </a:r>
          </a:p>
        </p:txBody>
      </p:sp>
      <p:sp>
        <p:nvSpPr>
          <p:cNvPr id="5" name="Numéro de page"/>
          <p:cNvSpPr>
            <a:spLocks noGrp="1"/>
          </p:cNvSpPr>
          <p:nvPr>
            <p:ph type="sldNum" sz="quarter" idx="12"/>
          </p:nvPr>
        </p:nvSpPr>
        <p:spPr>
          <a:xfrm>
            <a:off x="6096000" y="5990000"/>
            <a:ext cx="5232000" cy="220000"/>
          </a:xfrm>
        </p:spPr>
        <p:txBody>
          <a:bodyPr wrap="square" anchor="ctr" lIns="0" rIns="0" t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1" i="0" spc="0" cap="none">
                <a:solidFill>
                  <a:srgbClr val="6F6A7D"/>
                </a:solidFill>
                <a:latin typeface="JetBrains Mono"/>
                <a:cs typeface="JetBrains Mono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ilet du titre"/>
          <p:cNvSpPr/>
          <p:nvPr/>
        </p:nvSpPr>
        <p:spPr>
          <a:xfrm>
            <a:off x="864000" y="1753000"/>
            <a:ext cx="2304000" cy="38100"/>
          </a:xfrm>
          <a:prstGeom prst="rect">
            <a:avLst/>
          </a:prstGeom>
          <a:solidFill>
            <a:srgbClr val="B4DE68"/>
          </a:solidFill>
          <a:ln>
            <a:noFill/>
          </a:ln>
          <a:effectLst/>
        </p:spPr>
        <p:txBody>
          <a:bodyPr lIns="0" tIns="0" rIns="0" bIns="0"/>
          <a:lstStyle/>
          <a:p/>
        </p:txBody>
      </p:sp>
      <p:sp>
        <p:nvSpPr>
          <p:cNvPr id="7" name="Tableau"/>
          <p:cNvSpPr>
            <a:spLocks noGrp="1"/>
          </p:cNvSpPr>
          <p:nvPr>
            <p:ph type="tbl" idx="1"/>
          </p:nvPr>
        </p:nvSpPr>
        <p:spPr>
          <a:xfrm>
            <a:off x="864000" y="2041100"/>
            <a:ext cx="10464000" cy="3800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8" name="Mention WAOUP"/>
          <p:cNvSpPr txBox="1"/>
          <p:nvPr/>
        </p:nvSpPr>
        <p:spPr>
          <a:xfrm>
            <a:off x="864000" y="5990000"/>
            <a:ext cx="5232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ctr" wrap="square"/>
          <a:lstStyle/>
          <a:p>
            <a:pPr algn="l"/>
            <a:r>
              <a:rPr lang="fr-FR" sz="1000" b="1" spc="120">
                <a:solidFill>
                  <a:srgbClr val="6F6A7D"/>
                </a:solidFill>
                <a:latin typeface="JetBrains Mono"/>
                <a:cs typeface="JetBrains Mono"/>
              </a:rPr>
              <a:t>WAOUP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AO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864000" y="648000"/>
            <a:ext cx="10464000" cy="1050000"/>
          </a:xfrm>
          <a:prstGeom prst="rect">
            <a:avLst/>
          </a:prstGeom>
        </p:spPr>
        <p:txBody>
          <a:bodyPr vert="horz" lIns="0" tIns="0" rIns="0" bIns="0" rtlCol="0" anchor="b" wrap="square">
            <a:norm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3200" b="1" i="0" spc="-64" cap="none">
                <a:solidFill>
                  <a:srgbClr val="26232E"/>
                </a:solidFill>
                <a:latin typeface="Space Grotesk"/>
                <a:cs typeface="Space Grotesk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rps"/>
          <p:cNvSpPr>
            <a:spLocks noGrp="1"/>
          </p:cNvSpPr>
          <p:nvPr>
            <p:ph type="body" idx="1"/>
          </p:nvPr>
        </p:nvSpPr>
        <p:spPr>
          <a:xfrm>
            <a:off x="864000" y="2041100"/>
            <a:ext cx="10464000" cy="3800000"/>
          </a:xfrm>
          <a:prstGeom prst="rect">
            <a:avLst/>
          </a:prstGeom>
        </p:spPr>
        <p:txBody>
          <a:bodyPr vert="horz" lIns="0" tIns="0" rIns="0" bIns="0" rtlCol="0" wrap="square" anchor="t">
            <a:normAutofit/>
          </a:bodyPr>
          <a:lstStyle>
            <a:lvl1pPr marL="228600" indent="-228600" algn="l">
              <a:lnSpc>
                <a:spcPct val="150000"/>
              </a:lnSpc>
              <a:spcBef>
                <a:spcPts val="1000"/>
              </a:spcBef>
              <a:buClr>
                <a:srgbClr val="B4DE68"/>
              </a:buClr>
              <a:buSzPct val="80000"/>
              <a:buFont typeface="Arial"/>
              <a:buChar char="▪"/>
              <a:defRPr sz="1800" b="0" i="0" spc="0" cap="none">
                <a:solidFill>
                  <a:srgbClr val="26232E"/>
                </a:solidFill>
                <a:latin typeface="Inter"/>
                <a:cs typeface="Inter"/>
              </a:defRPr>
            </a:lvl1pPr>
            <a:lvl2pPr marL="457200" indent="-228600" algn="l">
              <a:lnSpc>
                <a:spcPct val="150000"/>
              </a:lnSpc>
              <a:spcBef>
                <a:spcPts val="600"/>
              </a:spcBef>
              <a:buClr>
                <a:srgbClr val="B4DE68"/>
              </a:buClr>
              <a:buSzPct val="80000"/>
              <a:buFont typeface="Arial"/>
              <a:buChar char="▪"/>
              <a:defRPr sz="1600" b="0" i="0" spc="0" cap="none">
                <a:solidFill>
                  <a:srgbClr val="26232E"/>
                </a:solidFill>
                <a:latin typeface="Inter"/>
                <a:cs typeface="Inter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Numéro de page"/>
          <p:cNvSpPr>
            <a:spLocks noGrp="1"/>
          </p:cNvSpPr>
          <p:nvPr>
            <p:ph type="sldNum" sz="quarter" idx="4"/>
          </p:nvPr>
        </p:nvSpPr>
        <p:spPr>
          <a:xfrm>
            <a:off x="6096000" y="5990000"/>
            <a:ext cx="5232000" cy="220000"/>
          </a:xfrm>
          <a:prstGeom prst="rect">
            <a:avLst/>
          </a:prstGeom>
        </p:spPr>
        <p:txBody>
          <a:bodyPr vert="horz" lIns="0" tIns="0" rIns="0" bIns="0" rtlCol="0" anchor="ctr" wrap="square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1" i="0" spc="0" cap="none">
                <a:solidFill>
                  <a:srgbClr val="6F6A7D"/>
                </a:solidFill>
                <a:latin typeface="JetBrains Mono"/>
                <a:cs typeface="JetBrains Mono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ention WAOUP"/>
          <p:cNvSpPr txBox="1"/>
          <p:nvPr/>
        </p:nvSpPr>
        <p:spPr>
          <a:xfrm>
            <a:off x="864000" y="5990000"/>
            <a:ext cx="5232000" cy="220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ctr" wrap="square"/>
          <a:lstStyle/>
          <a:p>
            <a:pPr algn="l"/>
            <a:r>
              <a:rPr lang="fr-FR" sz="1000" b="1" spc="120">
                <a:solidFill>
                  <a:srgbClr val="6F6A7D"/>
                </a:solidFill>
                <a:latin typeface="JetBrains Mono"/>
                <a:cs typeface="JetBrains Mono"/>
              </a:rPr>
              <a:t>WAOUP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0" r:id="rId2"/>
    <p:sldLayoutId id="2147483652" r:id="rId4"/>
    <p:sldLayoutId id="2147483654" r:id="rId6"/>
    <p:sldLayoutId id="2147483653" r:id="rId5"/>
  </p:sldLayoutIdLst>
  <p:txStyles>
    <p:titleStyle>
      <a:lvl1pPr algn="l">
        <a:lnSpc>
          <a:spcPct val="112000"/>
        </a:lnSpc>
        <a:spcBef>
          <a:spcPts val="0"/>
        </a:spcBef>
        <a:buNone/>
        <a:defRPr sz="3200" b="1" spc="-64">
          <a:solidFill>
            <a:srgbClr val="26232E"/>
          </a:solidFill>
          <a:latin typeface="Space Grotesk"/>
          <a:cs typeface="Space Grotesk"/>
        </a:defRPr>
      </a:lvl1pPr>
    </p:titleStyle>
    <p:bodyStyle>
      <a:lvl1pPr marL="228600" indent="-228600" algn="l">
        <a:lnSpc>
          <a:spcPct val="150000"/>
        </a:lnSpc>
        <a:spcBef>
          <a:spcPts val="600"/>
        </a:spcBef>
        <a:buClr>
          <a:srgbClr val="B4DE68"/>
        </a:buClr>
        <a:buSzPct val="80000"/>
        <a:buFont typeface="Arial"/>
        <a:buChar char="▪"/>
        <a:defRPr sz="1800">
          <a:solidFill>
            <a:srgbClr val="26232E"/>
          </a:solidFill>
          <a:latin typeface="Inter"/>
          <a:cs typeface="Inter"/>
        </a:defRPr>
      </a:lvl1pPr>
      <a:lvl2pPr marL="457200" indent="-228600" algn="l">
        <a:lnSpc>
          <a:spcPct val="150000"/>
        </a:lnSpc>
        <a:spcBef>
          <a:spcPts val="600"/>
        </a:spcBef>
        <a:buClr>
          <a:srgbClr val="B4DE68"/>
        </a:buClr>
        <a:buSzPct val="80000"/>
        <a:buFont typeface="Arial"/>
        <a:buChar char="▪"/>
        <a:defRPr sz="1800">
          <a:solidFill>
            <a:srgbClr val="26232E"/>
          </a:solidFill>
          <a:latin typeface="Inter"/>
          <a:cs typeface="Inter"/>
        </a:defRPr>
      </a:lvl2pPr>
      <a:lvl3pPr marL="685800" indent="-228600" algn="l">
        <a:lnSpc>
          <a:spcPct val="150000"/>
        </a:lnSpc>
        <a:spcBef>
          <a:spcPts val="600"/>
        </a:spcBef>
        <a:buClr>
          <a:srgbClr val="B4DE68"/>
        </a:buClr>
        <a:buSzPct val="80000"/>
        <a:buFont typeface="Arial"/>
        <a:buChar char="▪"/>
        <a:defRPr sz="1800">
          <a:solidFill>
            <a:srgbClr val="26232E"/>
          </a:solidFill>
          <a:latin typeface="Inter"/>
          <a:cs typeface="Inter"/>
        </a:defRPr>
      </a:lvl3pPr>
      <a:lvl4pPr marL="914400" indent="-228600" algn="l">
        <a:lnSpc>
          <a:spcPct val="150000"/>
        </a:lnSpc>
        <a:spcBef>
          <a:spcPts val="600"/>
        </a:spcBef>
        <a:buClr>
          <a:srgbClr val="B4DE68"/>
        </a:buClr>
        <a:buSzPct val="80000"/>
        <a:buFont typeface="Arial"/>
        <a:buChar char="▪"/>
        <a:defRPr sz="1800">
          <a:solidFill>
            <a:srgbClr val="26232E"/>
          </a:solidFill>
          <a:latin typeface="Inter"/>
          <a:cs typeface="Inter"/>
        </a:defRPr>
      </a:lvl4pPr>
      <a:lvl5pPr marL="1143000" indent="-228600" algn="l">
        <a:lnSpc>
          <a:spcPct val="150000"/>
        </a:lnSpc>
        <a:spcBef>
          <a:spcPts val="600"/>
        </a:spcBef>
        <a:buClr>
          <a:srgbClr val="B4DE68"/>
        </a:buClr>
        <a:buSzPct val="80000"/>
        <a:buFont typeface="Arial"/>
        <a:buChar char="▪"/>
        <a:defRPr sz="1800">
          <a:solidFill>
            <a:srgbClr val="26232E"/>
          </a:solidFill>
          <a:latin typeface="Inter"/>
          <a:cs typeface="Inter"/>
        </a:defRPr>
      </a:lvl5pPr>
    </p:bodyStyle>
    <p:otherStyle>
      <a:lvl1pPr>
        <a:defRPr sz="1800">
          <a:solidFill>
            <a:srgbClr val="26232E"/>
          </a:solidFill>
          <a:latin typeface="Inter"/>
        </a:defRPr>
      </a:lvl1pPr>
    </p:otherStyle>
  </p:txStyles>
</p:sldMaster>
</file>

<file path=ppt/theme/theme1.xml><?xml version="1.0" encoding="utf-8"?>
<a:theme xmlns:a="http://schemas.openxmlformats.org/drawingml/2006/main" name="WAOUP">
  <a:themeElements>
    <a:clrScheme name="WAOUP">
      <a:dk1>
        <a:srgbClr val="26232E"/>
      </a:dk1>
      <a:lt1>
        <a:srgbClr val="FFFFFF"/>
      </a:lt1>
      <a:dk2>
        <a:srgbClr val="4A4653"/>
      </a:dk2>
      <a:lt2>
        <a:srgbClr val="F7F6F9"/>
      </a:lt2>
      <a:accent1>
        <a:srgbClr val="E2FFA6"/>
      </a:accent1>
      <a:accent2>
        <a:srgbClr val="B4DE68"/>
      </a:accent2>
      <a:accent3>
        <a:srgbClr val="6F6A7D"/>
      </a:accent3>
      <a:accent4>
        <a:srgbClr val="DCD9E1"/>
      </a:accent4>
      <a:accent5>
        <a:srgbClr val="C7E7EF"/>
      </a:accent5>
      <a:accent6>
        <a:srgbClr val="EADFCE"/>
      </a:accent6>
      <a:hlink>
        <a:srgbClr val="4A4653"/>
      </a:hlink>
      <a:folHlink>
        <a:srgbClr val="6F6A7D"/>
      </a:folHlink>
    </a:clrScheme>
    <a:fontScheme name="WAOUP">
      <a:majorFont>
        <a:latin typeface="Space Grotes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AOU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Modèle WAOUP, diapositives 16:9</dc:title>
  <dc:subject/>
  <dc:creator>WAOUP</dc:creator>
  <cp:keywords/>
  <dc:description>Généré par scripts/generer_modele.py depuis assets/waoup-charte.css.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